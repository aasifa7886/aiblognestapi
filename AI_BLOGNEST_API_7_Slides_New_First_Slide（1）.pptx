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5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5"/>
        <p:guide pos="21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81" y="421551"/>
            <a:ext cx="610565" cy="61020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35" y="438480"/>
            <a:ext cx="530860" cy="530860"/>
          </a:xfrm>
          <a:custGeom>
            <a:avLst/>
            <a:gdLst/>
            <a:ahLst/>
            <a:cxnLst/>
            <a:rect l="l" t="t" r="r" b="b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443420"/>
            <a:ext cx="4154804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736" y="6512404"/>
            <a:ext cx="333692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8521" y="6512404"/>
            <a:ext cx="34036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78" y="563651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745" y="418934"/>
            <a:ext cx="5279390" cy="423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BHARATHIYAR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ARTS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SCIENCE</a:t>
            </a:r>
            <a:r>
              <a:rPr sz="1100" spc="3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COLLEGE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FOR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WOMEN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1B33"/>
                </a:solidFill>
                <a:latin typeface="Arial MT"/>
                <a:cs typeface="Arial MT"/>
              </a:rPr>
              <a:t>(AUTONOMOUS)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Deviyakurichi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•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850" spc="19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083" y="426580"/>
            <a:ext cx="2969895" cy="528320"/>
            <a:chOff x="8569083" y="426580"/>
            <a:chExt cx="2969895" cy="5283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69083" y="426580"/>
              <a:ext cx="2969641" cy="527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A2D5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27541" y="578421"/>
            <a:ext cx="22644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NAAN</a:t>
            </a:r>
            <a:r>
              <a:rPr sz="750" spc="5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MUDHALVAN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37CB0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075" y="1441069"/>
            <a:ext cx="1598295" cy="418465"/>
            <a:chOff x="577075" y="1441069"/>
            <a:chExt cx="1598295" cy="41846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075" y="1441069"/>
              <a:ext cx="1598041" cy="417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AEDB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13942" y="1547901"/>
            <a:ext cx="922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AI</a:t>
            </a:r>
            <a:r>
              <a:rPr sz="800" spc="3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BACKEND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37CB0"/>
                </a:solidFill>
                <a:latin typeface="Arial MT"/>
                <a:cs typeface="Arial MT"/>
              </a:rPr>
              <a:t>API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65" y="1977745"/>
            <a:ext cx="413639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AI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C1B33"/>
                </a:solidFill>
                <a:latin typeface="Arial MT"/>
                <a:cs typeface="Arial MT"/>
              </a:rPr>
              <a:t>API</a:t>
            </a:r>
            <a:endParaRPr sz="3400">
              <a:latin typeface="Arial MT"/>
              <a:cs typeface="Arial MT"/>
            </a:endParaRPr>
          </a:p>
          <a:p>
            <a:pPr marL="30480" marR="5080">
              <a:lnSpc>
                <a:spcPct val="100000"/>
              </a:lnSpc>
              <a:spcBef>
                <a:spcPts val="2235"/>
              </a:spcBef>
            </a:pP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AI-powered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REST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API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for</a:t>
            </a:r>
            <a:r>
              <a:rPr sz="1300" spc="8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intelligent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blog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creation,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content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management,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AI-assisted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writing.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01126" y="1491830"/>
            <a:ext cx="2594610" cy="2594610"/>
            <a:chOff x="8601126" y="1491830"/>
            <a:chExt cx="2594610" cy="25946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1126" y="1491830"/>
              <a:ext cx="2594521" cy="2594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150876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042" y="2012746"/>
              <a:ext cx="1542961" cy="15426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61996" y="2029675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467901" y="2220065"/>
            <a:ext cx="859155" cy="83311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9757" y="3530511"/>
            <a:ext cx="1315085" cy="464184"/>
            <a:chOff x="599757" y="3530511"/>
            <a:chExt cx="1315085" cy="464184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757" y="3530511"/>
              <a:ext cx="131471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55420" y="3643820"/>
            <a:ext cx="40322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Node.js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53005" y="3530511"/>
            <a:ext cx="1315085" cy="464184"/>
            <a:chOff x="1953005" y="3530511"/>
            <a:chExt cx="1315085" cy="464184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3005" y="3530511"/>
              <a:ext cx="1314716" cy="46404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9296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36660" y="3643820"/>
            <a:ext cx="5461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Express.js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71125" y="3530511"/>
            <a:ext cx="1315085" cy="464184"/>
            <a:chOff x="3471125" y="3530511"/>
            <a:chExt cx="1315085" cy="464184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1125" y="3530511"/>
              <a:ext cx="1314716" cy="4640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11079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862336" y="3643820"/>
            <a:ext cx="53086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MongoDB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79085" y="3530511"/>
            <a:ext cx="1315085" cy="464184"/>
            <a:chOff x="4879085" y="3530511"/>
            <a:chExt cx="1315085" cy="464184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085" y="3530511"/>
              <a:ext cx="1314716" cy="46404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1904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275694" y="3643820"/>
            <a:ext cx="5207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r>
              <a:rPr sz="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6719" y="4202620"/>
            <a:ext cx="11017250" cy="1442720"/>
            <a:chOff x="576719" y="4202620"/>
            <a:chExt cx="11017250" cy="1442720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719" y="4202620"/>
              <a:ext cx="11016716" cy="14425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18616" y="4385424"/>
            <a:ext cx="18161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900" spc="-4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DEVELOPMENT</a:t>
            </a:r>
            <a:r>
              <a:rPr sz="900" spc="-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6315" y="4668824"/>
            <a:ext cx="1964689" cy="748030"/>
            <a:chOff x="796315" y="4668824"/>
            <a:chExt cx="1964689" cy="748030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315" y="4668824"/>
              <a:ext cx="1964156" cy="7477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 lang="en-IN" altLang=""/>
            </a:p>
            <a:p>
              <a:r>
                <a:rPr lang="en-IN" altLang=""/>
                <a:t> ABINAYA S</a:t>
              </a:r>
              <a:endParaRPr lang="en-IN" altLang=""/>
            </a:p>
          </p:txBody>
        </p:sp>
        <p:sp>
          <p:nvSpPr>
            <p:cNvPr id="45" name="object 45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37C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028064" y="4781422"/>
            <a:ext cx="59372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7CB0"/>
                </a:solidFill>
                <a:latin typeface="Arial MT"/>
                <a:cs typeface="Arial MT"/>
              </a:rPr>
              <a:t>LEADER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835363" y="4668824"/>
            <a:ext cx="1964156" cy="747737"/>
            <a:chOff x="2835363" y="4668824"/>
            <a:chExt cx="1964156" cy="747737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 lang="en-IN" altLang=""/>
            </a:p>
            <a:p>
              <a:r>
                <a:rPr lang="en-IN" altLang=""/>
                <a:t> AASIFA A</a:t>
              </a:r>
              <a:endParaRPr lang="en-IN" altLang=""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306710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06136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13435" y="4668824"/>
            <a:ext cx="1964689" cy="748030"/>
            <a:chOff x="6913435" y="4668824"/>
            <a:chExt cx="1964689" cy="748030"/>
          </a:xfrm>
        </p:grpSpPr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r>
                <a:rPr lang="en-IN" altLang=""/>
                <a:t> </a:t>
              </a:r>
              <a:endParaRPr lang="en-IN" altLang=""/>
            </a:p>
            <a:p>
              <a:r>
                <a:rPr lang="en-IN" altLang=""/>
                <a:t> ABINAYA V</a:t>
              </a:r>
              <a:endParaRPr lang="en-IN" altLang=""/>
            </a:p>
          </p:txBody>
        </p:sp>
        <p:sp>
          <p:nvSpPr>
            <p:cNvPr id="63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145184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952839" y="4668824"/>
            <a:ext cx="1964689" cy="748030"/>
            <a:chOff x="8952839" y="4668824"/>
            <a:chExt cx="1964689" cy="748030"/>
          </a:xfrm>
        </p:grpSpPr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2839" y="4668824"/>
              <a:ext cx="1964156" cy="7477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 lang="en-IN" altLang=""/>
            </a:p>
            <a:p>
              <a:r>
                <a:rPr lang="en-IN" altLang=""/>
                <a:t> ABIRAMI S</a:t>
              </a:r>
              <a:endParaRPr lang="en-IN" altLang=""/>
            </a:p>
          </p:txBody>
        </p:sp>
        <p:sp>
          <p:nvSpPr>
            <p:cNvPr id="69" name="object 69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918422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384" y="6127826"/>
            <a:ext cx="246189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750" spc="20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51745" y="6129972"/>
            <a:ext cx="15386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2026</a:t>
            </a:r>
            <a:r>
              <a:rPr sz="750" spc="-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• PROJECT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7" name="object 60"/>
          <p:cNvGrpSpPr/>
          <p:nvPr/>
        </p:nvGrpSpPr>
        <p:grpSpPr>
          <a:xfrm>
            <a:off x="4874450" y="4668824"/>
            <a:ext cx="1964689" cy="748030"/>
            <a:chOff x="6913435" y="4668824"/>
            <a:chExt cx="1964689" cy="748030"/>
          </a:xfrm>
        </p:grpSpPr>
        <p:pic>
          <p:nvPicPr>
            <p:cNvPr id="53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54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 lang="en-IN" altLang="" sz="800" dirty="0">
                <a:solidFill>
                  <a:srgbClr val="5A697B"/>
                </a:solidFill>
                <a:latin typeface="Arial MT"/>
                <a:cs typeface="Arial MT"/>
                <a:sym typeface="+mn-ea"/>
              </a:endParaRPr>
            </a:p>
            <a:p>
              <a:r>
                <a:rPr lang="en-IN" altLang="" sz="800" dirty="0">
                  <a:solidFill>
                    <a:srgbClr val="5A697B"/>
                  </a:solidFill>
                  <a:latin typeface="Arial MT"/>
                  <a:cs typeface="Arial MT"/>
                  <a:sym typeface="+mn-ea"/>
                </a:rPr>
                <a:t>  </a:t>
              </a:r>
              <a:r>
                <a:rPr sz="800" dirty="0">
                  <a:solidFill>
                    <a:srgbClr val="5A697B"/>
                  </a:solidFill>
                  <a:latin typeface="Arial MT"/>
                  <a:cs typeface="Arial MT"/>
                  <a:sym typeface="+mn-ea"/>
                </a:rPr>
                <a:t>TEAM</a:t>
              </a:r>
              <a:r>
                <a:rPr sz="800" spc="100" dirty="0">
                  <a:solidFill>
                    <a:srgbClr val="5A697B"/>
                  </a:solidFill>
                  <a:latin typeface="Arial MT"/>
                  <a:cs typeface="Arial MT"/>
                  <a:sym typeface="+mn-ea"/>
                </a:rPr>
                <a:t> </a:t>
              </a:r>
              <a:r>
                <a:rPr sz="800" spc="-10" dirty="0">
                  <a:solidFill>
                    <a:srgbClr val="5A697B"/>
                  </a:solidFill>
                  <a:latin typeface="Arial MT"/>
                  <a:cs typeface="Arial MT"/>
                  <a:sym typeface="+mn-ea"/>
                </a:rPr>
                <a:t>MEMBER</a:t>
              </a:r>
              <a:endParaRPr sz="800">
                <a:latin typeface="Arial MT"/>
                <a:cs typeface="Arial MT"/>
              </a:endParaRPr>
            </a:p>
            <a:p>
              <a:r>
                <a:rPr lang="en-IN" altLang=""/>
                <a:t> ABHINAYA P</a:t>
              </a:r>
              <a:endParaRPr lang="en-IN" altLang=""/>
            </a:p>
          </p:txBody>
        </p:sp>
        <p:sp>
          <p:nvSpPr>
            <p:cNvPr id="55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Project</a:t>
            </a:r>
            <a:r>
              <a:rPr dirty="0"/>
              <a:t> </a:t>
            </a:r>
            <a:r>
              <a:rPr spc="-10" dirty="0"/>
              <a:t>Overview</a:t>
            </a: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735380" y="1056500"/>
            <a:ext cx="2933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Why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BlogNest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/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ContentGen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needed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41037" y="12"/>
            <a:ext cx="1350645" cy="1297305"/>
            <a:chOff x="10841037" y="12"/>
            <a:chExt cx="1350645" cy="129730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41037" y="12"/>
              <a:ext cx="1350352" cy="1296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81004" y="12"/>
              <a:ext cx="1310640" cy="1234440"/>
            </a:xfrm>
            <a:custGeom>
              <a:avLst/>
              <a:gdLst/>
              <a:ahLst/>
              <a:cxnLst/>
              <a:rect l="l" t="t" r="r" b="b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-2656" y="1532508"/>
            <a:ext cx="5990590" cy="5325745"/>
            <a:chOff x="-2656" y="1532508"/>
            <a:chExt cx="5990590" cy="53257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9155"/>
              <a:ext cx="633971" cy="10684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-2656" y="5806084"/>
              <a:ext cx="596900" cy="1051560"/>
            </a:xfrm>
            <a:custGeom>
              <a:avLst/>
              <a:gdLst/>
              <a:ahLst/>
              <a:cxnLst/>
              <a:rect l="l" t="t" r="r" b="b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1532508"/>
              <a:ext cx="5392801" cy="44780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42454" y="2414422"/>
            <a:ext cx="4452620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Core</a:t>
            </a:r>
            <a:r>
              <a:rPr sz="1700" spc="2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Idea</a:t>
            </a:r>
            <a:endParaRPr sz="1700">
              <a:latin typeface="Arial MT"/>
              <a:cs typeface="Arial MT"/>
            </a:endParaRPr>
          </a:p>
          <a:p>
            <a:pPr marL="12700" marR="25273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Centralized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platform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managing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blog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Supports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drafts,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categories,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tags,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comments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media metadata.</a:t>
            </a:r>
            <a:endParaRPr sz="1350">
              <a:latin typeface="Arial MT"/>
              <a:cs typeface="Arial MT"/>
            </a:endParaRPr>
          </a:p>
          <a:p>
            <a:pPr marL="12700" marR="7715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assistance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 summarization.</a:t>
            </a:r>
            <a:endParaRPr sz="1350">
              <a:latin typeface="Arial MT"/>
              <a:cs typeface="Arial MT"/>
            </a:endParaRPr>
          </a:p>
          <a:p>
            <a:pPr marL="12700" marR="50863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access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2700" marR="984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Security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includes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authentication,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</a:t>
            </a:r>
            <a:r>
              <a:rPr sz="1350" spc="1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hashing,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limiting.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52517" y="5423395"/>
            <a:ext cx="939165" cy="1360170"/>
            <a:chOff x="11252517" y="5423395"/>
            <a:chExt cx="939165" cy="13601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52517" y="5423395"/>
              <a:ext cx="938872" cy="13597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92484" y="5440324"/>
              <a:ext cx="899160" cy="1280160"/>
            </a:xfrm>
            <a:custGeom>
              <a:avLst/>
              <a:gdLst/>
              <a:ahLst/>
              <a:cxnLst/>
              <a:rect l="l" t="t" r="r" b="b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127559" y="1532508"/>
            <a:ext cx="5438775" cy="4478655"/>
            <a:chOff x="6127559" y="1532508"/>
            <a:chExt cx="5438775" cy="447865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7559" y="1532508"/>
              <a:ext cx="5438521" cy="4478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74942" y="2928137"/>
            <a:ext cx="457136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Key</a:t>
            </a:r>
            <a:r>
              <a:rPr sz="1700" spc="-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Benefits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Reduces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manual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effort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creation.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Improves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approval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publishing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workflows.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Maintains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MongoDB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Provides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protected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different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Designed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with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modular,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scalable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architecture.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275" dirty="0"/>
              <a:t> </a:t>
            </a:r>
            <a:r>
              <a:rPr spc="40" dirty="0"/>
              <a:t>Architecture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735380" y="1056500"/>
            <a:ext cx="4058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Layered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architecture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used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by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application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5957" y="1582902"/>
            <a:ext cx="1955164" cy="857250"/>
            <a:chOff x="4485957" y="1582902"/>
            <a:chExt cx="1955164" cy="85725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1582902"/>
              <a:ext cx="1954796" cy="8571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25924" y="159984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12906" y="1777580"/>
            <a:ext cx="901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JWT + </a:t>
            </a:r>
            <a:r>
              <a:rPr sz="1300" spc="-20" dirty="0">
                <a:solidFill>
                  <a:srgbClr val="F7F9FB"/>
                </a:solidFill>
                <a:latin typeface="Arial MT"/>
                <a:cs typeface="Arial MT"/>
              </a:rPr>
              <a:t>Role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Middleware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241" y="2314422"/>
            <a:ext cx="1635125" cy="857250"/>
            <a:chOff x="462241" y="2314422"/>
            <a:chExt cx="1635125" cy="8572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41" y="2314422"/>
              <a:ext cx="1634756" cy="8571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196" y="2331364"/>
              <a:ext cx="1555115" cy="777875"/>
            </a:xfrm>
            <a:custGeom>
              <a:avLst/>
              <a:gdLst/>
              <a:ahLst/>
              <a:cxnLst/>
              <a:rect l="l" t="t" r="r" b="b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8982" y="2608465"/>
            <a:ext cx="12630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Client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/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Postman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2481" y="2314422"/>
            <a:ext cx="1818005" cy="857250"/>
            <a:chOff x="2382481" y="2314422"/>
            <a:chExt cx="1818005" cy="857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481" y="2314422"/>
              <a:ext cx="1817636" cy="857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2436" y="2331364"/>
              <a:ext cx="1737995" cy="777875"/>
            </a:xfrm>
            <a:custGeom>
              <a:avLst/>
              <a:gdLst/>
              <a:ahLst/>
              <a:cxnLst/>
              <a:rect l="l" t="t" r="r" b="b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697378" y="2509100"/>
            <a:ext cx="11893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3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Express</a:t>
            </a:r>
            <a:r>
              <a:rPr sz="1300" spc="12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Server Gateway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63041" y="2314422"/>
            <a:ext cx="1909445" cy="857250"/>
            <a:chOff x="6863041" y="2314422"/>
            <a:chExt cx="1909445" cy="85725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3041" y="2314422"/>
              <a:ext cx="1909076" cy="857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2995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98257" y="2509100"/>
            <a:ext cx="8407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Mongoose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1300" spc="-1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Layer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9819" y="2509100"/>
            <a:ext cx="475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</a:tabLst>
            </a:pPr>
            <a:r>
              <a:rPr sz="1300" b="1" u="heavy" dirty="0">
                <a:solidFill>
                  <a:srgbClr val="F7F9FB"/>
                </a:solidFill>
                <a:uFill>
                  <a:solidFill>
                    <a:srgbClr val="F7F9FB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03321" y="2314422"/>
            <a:ext cx="1909445" cy="857250"/>
            <a:chOff x="9103321" y="2314422"/>
            <a:chExt cx="1909445" cy="85725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3321" y="2314422"/>
              <a:ext cx="1909076" cy="857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43276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9665537" y="2608465"/>
            <a:ext cx="786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5957" y="3045942"/>
            <a:ext cx="1955164" cy="857250"/>
            <a:chOff x="4485957" y="3045942"/>
            <a:chExt cx="1955164" cy="85725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3045942"/>
              <a:ext cx="1954796" cy="8571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5924" y="306288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987340" y="3240620"/>
            <a:ext cx="9531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Controllers</a:t>
            </a:r>
            <a:r>
              <a:rPr sz="1300" spc="22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7F9FB"/>
                </a:solidFill>
                <a:latin typeface="Arial MT"/>
                <a:cs typeface="Arial MT"/>
              </a:rPr>
              <a:t>/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Services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4834" y="1960905"/>
            <a:ext cx="9008110" cy="2902585"/>
            <a:chOff x="2004834" y="1960905"/>
            <a:chExt cx="9008110" cy="290258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4834" y="2692425"/>
              <a:ext cx="471246" cy="1051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57399" y="2724835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54" y="1960905"/>
              <a:ext cx="471246" cy="8366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60519" y="199331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7954" y="2692425"/>
              <a:ext cx="471246" cy="8366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0519" y="272483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8234" y="2692425"/>
              <a:ext cx="608406" cy="8366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800" y="2724835"/>
              <a:ext cx="502920" cy="731520"/>
            </a:xfrm>
            <a:custGeom>
              <a:avLst/>
              <a:gdLst/>
              <a:ahLst/>
              <a:cxnLst/>
              <a:rect l="l" t="t" r="r" b="b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9954" y="2692425"/>
              <a:ext cx="516966" cy="105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63765" y="3960355"/>
              <a:ext cx="4149001" cy="902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03720" y="3977284"/>
              <a:ext cx="4069079" cy="822960"/>
            </a:xfrm>
            <a:custGeom>
              <a:avLst/>
              <a:gdLst/>
              <a:ahLst/>
              <a:cxnLst/>
              <a:rect l="l" t="t" r="r" b="b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6329883" y="3423945"/>
            <a:ext cx="627380" cy="1038225"/>
            <a:chOff x="6329883" y="3423945"/>
            <a:chExt cx="627380" cy="1038225"/>
          </a:xfrm>
        </p:grpSpPr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9883" y="3423945"/>
              <a:ext cx="626757" cy="10378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82435" y="3456355"/>
              <a:ext cx="521334" cy="932815"/>
            </a:xfrm>
            <a:custGeom>
              <a:avLst/>
              <a:gdLst/>
              <a:ahLst/>
              <a:cxnLst/>
              <a:rect l="l" t="t" r="r" b="b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389621" y="4269143"/>
            <a:ext cx="3091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Blog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Summarize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60" dirty="0"/>
              <a:t> </a:t>
            </a:r>
            <a:r>
              <a:rPr spc="75" dirty="0"/>
              <a:t>&amp;</a:t>
            </a:r>
            <a:r>
              <a:rPr spc="60" dirty="0"/>
              <a:t> </a:t>
            </a:r>
            <a:r>
              <a:rPr dirty="0"/>
              <a:t>API</a:t>
            </a:r>
            <a:r>
              <a:rPr spc="60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35736" y="1056500"/>
            <a:ext cx="2708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From</a:t>
            </a:r>
            <a:r>
              <a:rPr sz="1300" spc="4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request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to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database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91475"/>
            <a:ext cx="1139825" cy="5366385"/>
            <a:chOff x="-2656" y="1491475"/>
            <a:chExt cx="1139825" cy="536638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491475"/>
              <a:ext cx="537121" cy="536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724" y="1508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13142" y="163285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96" y="1522704"/>
            <a:ext cx="1071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User </a:t>
            </a:r>
            <a:r>
              <a:rPr sz="15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Client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36" y="1522704"/>
            <a:ext cx="143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Sends</a:t>
            </a:r>
            <a:r>
              <a:rPr sz="1350" spc="-8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request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757" y="1936788"/>
            <a:ext cx="537210" cy="749935"/>
            <a:chOff x="599757" y="1936788"/>
            <a:chExt cx="537210" cy="7499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1936788"/>
              <a:ext cx="98996" cy="2995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96596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149906"/>
              <a:ext cx="537121" cy="5367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724" y="21668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13142" y="229129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7464" y="2181149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Authentication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3136" y="2181136"/>
            <a:ext cx="17386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350" spc="-4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757" y="2594876"/>
            <a:ext cx="537210" cy="750570"/>
            <a:chOff x="599757" y="2594876"/>
            <a:chExt cx="537210" cy="75057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2594876"/>
              <a:ext cx="98996" cy="2998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8679" y="262403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808350"/>
              <a:ext cx="537121" cy="5367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724" y="28252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13142" y="29497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7096" y="2839580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Authorization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3136" y="2839580"/>
            <a:ext cx="23107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permissions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checked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57" y="3253308"/>
            <a:ext cx="537210" cy="749935"/>
            <a:chOff x="599757" y="3253308"/>
            <a:chExt cx="537210" cy="74993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253308"/>
              <a:ext cx="98996" cy="2998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8679" y="3282479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3466426"/>
              <a:ext cx="537121" cy="5367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34833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13142" y="3607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7464" y="3498024"/>
            <a:ext cx="850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Controller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3136" y="3498024"/>
            <a:ext cx="202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Business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logic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executed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9757" y="3911752"/>
            <a:ext cx="537210" cy="749935"/>
            <a:chOff x="599757" y="3911752"/>
            <a:chExt cx="537210" cy="74993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911752"/>
              <a:ext cx="98996" cy="29988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8679" y="39409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124871"/>
              <a:ext cx="537121" cy="53676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24" y="414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13142" y="426626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7096" y="4156100"/>
            <a:ext cx="915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Mongoose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63504" y="4156100"/>
            <a:ext cx="24720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Schema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+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DB 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query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99757" y="4570183"/>
            <a:ext cx="537210" cy="749935"/>
            <a:chOff x="599757" y="4570183"/>
            <a:chExt cx="537210" cy="74993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4570183"/>
              <a:ext cx="98996" cy="2995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68679" y="459935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783315"/>
              <a:ext cx="537121" cy="5367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9724" y="4800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13142" y="49246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7096" y="4814544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MongoDB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3136" y="4814544"/>
            <a:ext cx="18846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stored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retrieved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757" y="5228628"/>
            <a:ext cx="537210" cy="749935"/>
            <a:chOff x="599757" y="5228628"/>
            <a:chExt cx="537210" cy="74993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5228628"/>
              <a:ext cx="98996" cy="2995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68679" y="525780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5441746"/>
              <a:ext cx="537121" cy="53677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9724" y="5458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13142" y="55831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7096" y="5472988"/>
            <a:ext cx="144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500" b="1" spc="-6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Response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3136" y="5472976"/>
            <a:ext cx="18275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client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MVC</a:t>
            </a:r>
            <a:r>
              <a:rPr spc="35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dirty="0"/>
              <a:t>Database</a:t>
            </a:r>
            <a:r>
              <a:rPr spc="40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3096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How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separates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responsibilities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420"/>
            <a:ext cx="4161790" cy="5371465"/>
            <a:chOff x="-2656" y="1486420"/>
            <a:chExt cx="416179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420"/>
              <a:ext cx="3564356" cy="4569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7826" y="2914459"/>
            <a:ext cx="26797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MODEL</a:t>
            </a:r>
            <a:endParaRPr sz="1700">
              <a:latin typeface="Arial MT"/>
              <a:cs typeface="Arial MT"/>
            </a:endParaRPr>
          </a:p>
          <a:p>
            <a:pPr marL="12700" marR="147955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Mongoose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schemas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define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data</a:t>
            </a:r>
            <a:r>
              <a:rPr sz="1350" spc="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blueprint.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Validation,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defaults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indexing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applied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before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persistence.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Collections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users,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posts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comments.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035" y="1486420"/>
            <a:ext cx="3564890" cy="4570095"/>
            <a:chOff x="4298035" y="1486420"/>
            <a:chExt cx="3564890" cy="4570095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8035" y="1486420"/>
              <a:ext cx="3564356" cy="45698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701146" y="3017062"/>
            <a:ext cx="278447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CONTROLLER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Receives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from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routes.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Checks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constraints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delegates workflows.</a:t>
            </a:r>
            <a:endParaRPr sz="1350">
              <a:latin typeface="Arial MT"/>
              <a:cs typeface="Arial MT"/>
            </a:endParaRPr>
          </a:p>
          <a:p>
            <a:pPr marL="12700" marR="47180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Returns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standardized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JSON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responses.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01355" y="1486420"/>
            <a:ext cx="3564890" cy="4570095"/>
            <a:chOff x="8001355" y="1486420"/>
            <a:chExt cx="3564890" cy="4570095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01355" y="1486420"/>
              <a:ext cx="3564356" cy="45698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404466" y="2914459"/>
            <a:ext cx="270002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VIEW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/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ROUTING</a:t>
            </a:r>
            <a:endParaRPr sz="170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Headless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backend: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no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traditional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UI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templates.</a:t>
            </a:r>
            <a:endParaRPr sz="1350">
              <a:latin typeface="Arial MT"/>
              <a:cs typeface="Arial MT"/>
            </a:endParaRPr>
          </a:p>
          <a:p>
            <a:pPr marL="12700" marR="209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routing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layer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paths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to</a:t>
            </a:r>
            <a:r>
              <a:rPr sz="1350" spc="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controllers.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Examples: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222C40"/>
                </a:solidFill>
                <a:latin typeface="Arial MT"/>
                <a:cs typeface="Arial MT"/>
              </a:rPr>
              <a:t>GET,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222C40"/>
                </a:solidFill>
                <a:latin typeface="Arial MT"/>
                <a:cs typeface="Arial MT"/>
              </a:rPr>
              <a:t>POST,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PUT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DELETE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endpoints.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721" y="5606275"/>
            <a:ext cx="1452245" cy="464184"/>
            <a:chOff x="873721" y="5606275"/>
            <a:chExt cx="1452245" cy="46418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721" y="5606275"/>
              <a:ext cx="1451876" cy="46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36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35938" y="5718861"/>
            <a:ext cx="327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8241" y="5606275"/>
            <a:ext cx="1452245" cy="464184"/>
            <a:chOff x="2748241" y="5606275"/>
            <a:chExt cx="1452245" cy="464184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241" y="5606275"/>
              <a:ext cx="1451876" cy="464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8819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319094" y="5718861"/>
            <a:ext cx="309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Post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22762" y="5606275"/>
            <a:ext cx="1452245" cy="464184"/>
            <a:chOff x="4622762" y="5606275"/>
            <a:chExt cx="1452245" cy="464184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762" y="5606275"/>
              <a:ext cx="1451876" cy="4640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271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024424" y="5718861"/>
            <a:ext cx="648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Comment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74521" y="5606275"/>
            <a:ext cx="1726564" cy="464184"/>
            <a:chOff x="7274521" y="5606275"/>
            <a:chExt cx="1726564" cy="464184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4521" y="5606275"/>
              <a:ext cx="1726196" cy="4640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4476" y="5623204"/>
              <a:ext cx="1646555" cy="384810"/>
            </a:xfrm>
            <a:custGeom>
              <a:avLst/>
              <a:gdLst/>
              <a:ahLst/>
              <a:cxnLst/>
              <a:rect l="l" t="t" r="r" b="b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826654" y="5718861"/>
            <a:ext cx="621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b="1" spc="-430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→</a:t>
            </a:r>
            <a:r>
              <a:rPr sz="1100" b="1" spc="-15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Many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31921" y="5606275"/>
            <a:ext cx="1452245" cy="464184"/>
            <a:chOff x="9331921" y="5606275"/>
            <a:chExt cx="1452245" cy="464184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1921" y="5606275"/>
              <a:ext cx="1451876" cy="4640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718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861384" y="571886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30" dirty="0"/>
              <a:t> </a:t>
            </a:r>
            <a:r>
              <a:rPr dirty="0"/>
              <a:t>Features</a:t>
            </a:r>
            <a:r>
              <a:rPr spc="30" dirty="0"/>
              <a:t> </a:t>
            </a:r>
            <a:r>
              <a:rPr spc="75" dirty="0"/>
              <a:t>&amp;</a:t>
            </a:r>
            <a:r>
              <a:rPr spc="30" dirty="0"/>
              <a:t> </a:t>
            </a:r>
            <a:r>
              <a:rPr spc="40" dirty="0"/>
              <a:t>Security</a:t>
            </a:r>
            <a:endParaRPr spc="4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664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Intelligent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automation</a:t>
            </a:r>
            <a:r>
              <a:rPr sz="1300" spc="114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with</a:t>
            </a:r>
            <a:r>
              <a:rPr sz="1300" spc="12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protected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API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access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776"/>
            <a:ext cx="6082030" cy="5371465"/>
            <a:chOff x="-2656" y="1486776"/>
            <a:chExt cx="608203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776"/>
              <a:ext cx="5484596" cy="46155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3820" y="2790253"/>
            <a:ext cx="176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AI</a:t>
            </a:r>
            <a:r>
              <a:rPr sz="1700" spc="4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CAPABILITIES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943" y="3049460"/>
            <a:ext cx="4540885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 indent="106680">
              <a:lnSpc>
                <a:spcPct val="100000"/>
              </a:lnSpc>
              <a:spcBef>
                <a:spcPts val="1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Generation: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creates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posts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from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high-level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themes.</a:t>
            </a:r>
            <a:endParaRPr sz="1350">
              <a:latin typeface="Arial MT"/>
              <a:cs typeface="Arial MT"/>
            </a:endParaRPr>
          </a:p>
          <a:p>
            <a:pPr marL="12700" marR="3511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Summarization: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converts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long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article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into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concise</a:t>
            </a:r>
            <a:r>
              <a:rPr sz="1350" spc="17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summaries.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ts val="162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Flow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specialized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such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/api/ai/generate-blog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/api/ai/summarize.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Gemini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integrated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intelligent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assistance.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7203" y="1486776"/>
            <a:ext cx="5439410" cy="4615815"/>
            <a:chOff x="6127203" y="1486776"/>
            <a:chExt cx="5439410" cy="46158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203" y="1486776"/>
              <a:ext cx="5438876" cy="4615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81419" y="2951543"/>
            <a:ext cx="455549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SECURITY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stateless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authentication.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authorization: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bcrypt.js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secure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password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input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sanitization.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limiting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logging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resilience.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  <a:endParaRPr spc="45" dirty="0"/>
          </a:p>
        </p:txBody>
      </p:sp>
      <p:sp>
        <p:nvSpPr>
          <p:cNvPr id="3" name="object 3"/>
          <p:cNvSpPr txBox="1"/>
          <p:nvPr/>
        </p:nvSpPr>
        <p:spPr>
          <a:xfrm>
            <a:off x="735736" y="1056500"/>
            <a:ext cx="19005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What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project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delivers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757" y="1537550"/>
            <a:ext cx="2457450" cy="2045970"/>
            <a:chOff x="599757" y="1537550"/>
            <a:chExt cx="2457450" cy="204597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537550"/>
              <a:ext cx="2457361" cy="2045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972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87298" y="2194826"/>
            <a:ext cx="14058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Secure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250" spc="-3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250" spc="-1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matrix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4397" y="1537550"/>
            <a:ext cx="2457450" cy="2045970"/>
            <a:chOff x="3434397" y="1537550"/>
            <a:chExt cx="2457450" cy="2045970"/>
          </a:xfrm>
        </p:grpSpPr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34397" y="1537550"/>
              <a:ext cx="2457361" cy="20455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36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721938" y="2194826"/>
            <a:ext cx="145288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Scalable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27686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Layered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Node.js architecture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9037" y="1537550"/>
            <a:ext cx="2457450" cy="2045970"/>
            <a:chOff x="6269037" y="1537550"/>
            <a:chExt cx="2457450" cy="204597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69037" y="1537550"/>
              <a:ext cx="2457361" cy="2045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900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556578" y="2194826"/>
            <a:ext cx="150622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1900" b="1" spc="-8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Intelligent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40576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250" spc="-4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generation</a:t>
            </a:r>
            <a:r>
              <a:rPr sz="1250" spc="-4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summarization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03677" y="1537550"/>
            <a:ext cx="2457450" cy="2045970"/>
            <a:chOff x="9103677" y="1537550"/>
            <a:chExt cx="2457450" cy="204597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03677" y="1537550"/>
              <a:ext cx="2457361" cy="20455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64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391218" y="2194826"/>
            <a:ext cx="1653539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Manageable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37274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Blogs,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comments,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categories</a:t>
            </a:r>
            <a:r>
              <a:rPr sz="1250" spc="-3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1250" spc="-2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2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-53184" y="4009936"/>
            <a:ext cx="1218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odern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REST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API,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MongoDB-backed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management,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role-based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security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and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Generative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AI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to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create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7F9FB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9881" y="5423395"/>
            <a:ext cx="3189605" cy="464184"/>
            <a:chOff x="4439881" y="5423395"/>
            <a:chExt cx="3189605" cy="46418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9881" y="5423395"/>
              <a:ext cx="318923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79835" y="5440324"/>
              <a:ext cx="3109595" cy="384810"/>
            </a:xfrm>
            <a:custGeom>
              <a:avLst/>
              <a:gdLst/>
              <a:ahLst/>
              <a:cxnLst/>
              <a:rect l="l" t="t" r="r" b="b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611215" y="5535980"/>
            <a:ext cx="8458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THANK</a:t>
            </a:r>
            <a:r>
              <a:rPr sz="1100" spc="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7F9FB"/>
                </a:solidFill>
                <a:latin typeface="Arial MT"/>
                <a:cs typeface="Arial MT"/>
              </a:rPr>
              <a:t>YOU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3534</Words>
  <Application>WPS Presentation</Application>
  <PresentationFormat>On-screen Show (4:3)</PresentationFormat>
  <Paragraphs>227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 MT</vt:lpstr>
      <vt:lpstr>Times New Roman</vt:lpstr>
      <vt:lpstr>Arial</vt:lpstr>
      <vt:lpstr>Microsoft Sans Serif</vt:lpstr>
      <vt:lpstr>Tahoma</vt:lpstr>
      <vt:lpstr>Microsoft YaHei</vt:lpstr>
      <vt:lpstr>Arial Unicode MS</vt:lpstr>
      <vt:lpstr>Calibri</vt:lpstr>
      <vt:lpstr>Office Theme</vt:lpstr>
      <vt:lpstr>PowerPoint 演示文稿</vt:lpstr>
      <vt:lpstr>Project Overview</vt:lpstr>
      <vt:lpstr>System Architecture</vt:lpstr>
      <vt:lpstr>User &amp; API Flow</vt:lpstr>
      <vt:lpstr>MVC + Database Design</vt:lpstr>
      <vt:lpstr>AI Features &amp; Security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WPS_1782868955</cp:lastModifiedBy>
  <cp:revision>2</cp:revision>
  <dcterms:created xsi:type="dcterms:W3CDTF">2026-09-28T05:50:00Z</dcterms:created>
  <dcterms:modified xsi:type="dcterms:W3CDTF">2026-09-29T09:14:58Z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2026-09-28T11:00:00Z</vt:filetime>
  </property>
  <property fmtid="{D5CDD505-2E9C-101B-9397-08002B2CF9AE}" pid="4" name="Creator">
    <vt:lpwstr>Impress</vt:lpwstr>
  </property>
  <property fmtid="{D5CDD505-2E9C-101B-9397-08002B2CF9AE}" pid="5" name="Producer">
    <vt:lpwstr>LibreOfficeDev 24.8.7.2.0 (AARCH64) / LibreOffice Community</vt:lpwstr>
  </property>
  <property fmtid="{D5CDD505-2E9C-101B-9397-08002B2CF9AE}" pid="6" name="LastSaved">
    <vt:filetime>2026-09-28T11:00:00Z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4AE78E23D0824BAD9CE1CEFCA6D3CF7F_13</vt:lpwstr>
  </property>
</Properties>
</file>